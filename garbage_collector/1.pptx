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449" r:id="rId3"/>
    <p:sldId id="469" r:id="rId5"/>
    <p:sldId id="482" r:id="rId6"/>
    <p:sldId id="463" r:id="rId7"/>
  </p:sldIdLst>
  <p:sldSz cx="4608830" cy="3456305"/>
  <p:notesSz cx="6858000" cy="9144000"/>
  <p:custDataLst>
    <p:tags r:id="rId12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FFFF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24242"/>
    <p:restoredTop sz="93657"/>
  </p:normalViewPr>
  <p:slideViewPr>
    <p:cSldViewPr showGuides="1">
      <p:cViewPr varScale="1">
        <p:scale>
          <a:sx n="116" d="100"/>
          <a:sy n="116" d="100"/>
        </p:scale>
        <p:origin x="53" y="38"/>
      </p:cViewPr>
      <p:guideLst>
        <p:guide orient="horz" pos="2177"/>
        <p:guide pos="28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ADD4B0-331D-43CF-BDB6-73455DDD5449}" type="doc">
      <dgm:prSet loTypeId="urn:microsoft.com/office/officeart/2008/layout/PictureStrip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EAE6C60-6A4B-4F3F-BBC3-2677681EF80B}">
      <dgm:prSet phldrT="[文本]"/>
      <dgm:spPr/>
      <dgm:t>
        <a:bodyPr/>
        <a:lstStyle/>
        <a:p>
          <a:r>
            <a:rPr lang="en-US" altLang="zh-CN" dirty="0"/>
            <a:t>Read test data from </a:t>
          </a:r>
          <a:r>
            <a:rPr lang="en-US" altLang="zh-CN" dirty="0">
              <a:solidFill>
                <a:srgbClr val="990000"/>
              </a:solidFill>
            </a:rPr>
            <a:t>.rep </a:t>
          </a:r>
          <a:r>
            <a:rPr lang="en-US" altLang="zh-CN" dirty="0"/>
            <a:t>file, which is used for allocating and free spaces </a:t>
          </a:r>
          <a:endParaRPr lang="zh-CN" altLang="en-US" dirty="0"/>
        </a:p>
      </dgm:t>
    </dgm:pt>
    <dgm:pt modelId="{B8116AC0-072D-490D-9751-F1D59DF00081}" cxnId="{22EAAEEB-0D91-4954-963E-28496AC9EAAC}" type="parTrans">
      <dgm:prSet/>
      <dgm:spPr/>
      <dgm:t>
        <a:bodyPr/>
        <a:lstStyle/>
        <a:p>
          <a:endParaRPr lang="zh-CN" altLang="en-US"/>
        </a:p>
      </dgm:t>
    </dgm:pt>
    <dgm:pt modelId="{DFD2BF56-D3BD-475E-A857-90D525AC296E}" cxnId="{22EAAEEB-0D91-4954-963E-28496AC9EAAC}" type="sibTrans">
      <dgm:prSet/>
      <dgm:spPr/>
      <dgm:t>
        <a:bodyPr/>
        <a:lstStyle/>
        <a:p>
          <a:endParaRPr lang="zh-CN" altLang="en-US"/>
        </a:p>
      </dgm:t>
    </dgm:pt>
    <dgm:pt modelId="{6443E6CF-2C64-4944-A6DE-14B36D0AB437}">
      <dgm:prSet phldrT="[文本]"/>
      <dgm:spPr/>
      <dgm:t>
        <a:bodyPr/>
        <a:lstStyle/>
        <a:p>
          <a:r>
            <a:rPr lang="en-US" altLang="zh-CN" dirty="0">
              <a:solidFill>
                <a:srgbClr val="0000FF"/>
              </a:solidFill>
            </a:rPr>
            <a:t>correctness()</a:t>
          </a:r>
          <a:r>
            <a:rPr lang="en-US" altLang="zh-CN" dirty="0"/>
            <a:t> test correctness of your garbage collector </a:t>
          </a:r>
          <a:endParaRPr lang="zh-CN" altLang="en-US" dirty="0"/>
        </a:p>
      </dgm:t>
    </dgm:pt>
    <dgm:pt modelId="{6D72725D-63B6-4136-A66E-9531889F2B5D}" cxnId="{77B546D6-210B-4AD2-AC6B-A14F46A3F924}" type="parTrans">
      <dgm:prSet/>
      <dgm:spPr/>
      <dgm:t>
        <a:bodyPr/>
        <a:lstStyle/>
        <a:p>
          <a:endParaRPr lang="zh-CN" altLang="en-US"/>
        </a:p>
      </dgm:t>
    </dgm:pt>
    <dgm:pt modelId="{D8F1A983-C961-4E49-BA10-EAE48CA4025F}" cxnId="{77B546D6-210B-4AD2-AC6B-A14F46A3F924}" type="sibTrans">
      <dgm:prSet/>
      <dgm:spPr/>
      <dgm:t>
        <a:bodyPr/>
        <a:lstStyle/>
        <a:p>
          <a:endParaRPr lang="zh-CN" altLang="en-US"/>
        </a:p>
      </dgm:t>
    </dgm:pt>
    <dgm:pt modelId="{FEF9CF25-1A7D-49DD-AB35-0BBD5AF2F7EB}">
      <dgm:prSet phldrT="[文本]"/>
      <dgm:spPr/>
      <dgm:t>
        <a:bodyPr/>
        <a:lstStyle/>
        <a:p>
          <a:r>
            <a:rPr lang="en-US" altLang="zh-CN" dirty="0">
              <a:solidFill>
                <a:srgbClr val="0000FF"/>
              </a:solidFill>
            </a:rPr>
            <a:t>speed() </a:t>
          </a:r>
          <a:r>
            <a:rPr lang="en-US" altLang="zh-CN" dirty="0"/>
            <a:t>test speed of your garbage collector </a:t>
          </a:r>
          <a:endParaRPr lang="zh-CN" altLang="en-US" dirty="0"/>
        </a:p>
      </dgm:t>
    </dgm:pt>
    <dgm:pt modelId="{01B388F6-4DBE-486C-8413-175590699A1C}" cxnId="{63DC7BF0-86DF-4F2F-B37B-5E9A3D298769}" type="parTrans">
      <dgm:prSet/>
      <dgm:spPr/>
      <dgm:t>
        <a:bodyPr/>
        <a:lstStyle/>
        <a:p>
          <a:endParaRPr lang="zh-CN" altLang="en-US"/>
        </a:p>
      </dgm:t>
    </dgm:pt>
    <dgm:pt modelId="{FC1D0C54-AB4E-489D-9FCF-A33CD59D08B6}" cxnId="{63DC7BF0-86DF-4F2F-B37B-5E9A3D298769}" type="sibTrans">
      <dgm:prSet/>
      <dgm:spPr/>
      <dgm:t>
        <a:bodyPr/>
        <a:lstStyle/>
        <a:p>
          <a:endParaRPr lang="zh-CN" altLang="en-US"/>
        </a:p>
      </dgm:t>
    </dgm:pt>
    <dgm:pt modelId="{BF977200-7D29-401F-91C7-6F4EE7157F30}" type="pres">
      <dgm:prSet presAssocID="{BBADD4B0-331D-43CF-BDB6-73455DDD5449}" presName="Name0" presStyleCnt="0">
        <dgm:presLayoutVars>
          <dgm:dir/>
          <dgm:resizeHandles val="exact"/>
        </dgm:presLayoutVars>
      </dgm:prSet>
      <dgm:spPr/>
    </dgm:pt>
    <dgm:pt modelId="{6E731D50-906A-4AD8-AC90-CB9CA2106733}" type="pres">
      <dgm:prSet presAssocID="{FEAE6C60-6A4B-4F3F-BBC3-2677681EF80B}" presName="composite" presStyleCnt="0"/>
      <dgm:spPr/>
    </dgm:pt>
    <dgm:pt modelId="{240E7E33-0169-4B76-B2DB-7DC9DD2F8890}" type="pres">
      <dgm:prSet presAssocID="{FEAE6C60-6A4B-4F3F-BBC3-2677681EF80B}" presName="rect1" presStyleLbl="trAlignAcc1" presStyleIdx="0" presStyleCnt="3" custScaleX="172035" custLinFactNeighborX="20991">
        <dgm:presLayoutVars>
          <dgm:bulletEnabled val="1"/>
        </dgm:presLayoutVars>
      </dgm:prSet>
      <dgm:spPr/>
    </dgm:pt>
    <dgm:pt modelId="{3A6DC038-4C5E-4FAF-99EF-AB722EB11202}" type="pres">
      <dgm:prSet presAssocID="{FEAE6C60-6A4B-4F3F-BBC3-2677681EF80B}" presName="rect2" presStyleLbl="fgImgPlace1" presStyleIdx="0" presStyleCnt="3" custLinFactX="-36741" custLinFactNeighborX="-100000"/>
      <dgm:spPr/>
    </dgm:pt>
    <dgm:pt modelId="{E0A26B46-1155-4387-975F-09F231E795E5}" type="pres">
      <dgm:prSet presAssocID="{DFD2BF56-D3BD-475E-A857-90D525AC296E}" presName="sibTrans" presStyleCnt="0"/>
      <dgm:spPr/>
    </dgm:pt>
    <dgm:pt modelId="{2C85861A-512C-41DC-991D-188B009432B2}" type="pres">
      <dgm:prSet presAssocID="{6443E6CF-2C64-4944-A6DE-14B36D0AB437}" presName="composite" presStyleCnt="0"/>
      <dgm:spPr/>
    </dgm:pt>
    <dgm:pt modelId="{6AA46096-3580-4289-946E-EF1AA0CB5092}" type="pres">
      <dgm:prSet presAssocID="{6443E6CF-2C64-4944-A6DE-14B36D0AB437}" presName="rect1" presStyleLbl="trAlignAcc1" presStyleIdx="1" presStyleCnt="3" custScaleX="172035" custLinFactNeighborX="76775" custLinFactNeighborY="117">
        <dgm:presLayoutVars>
          <dgm:bulletEnabled val="1"/>
        </dgm:presLayoutVars>
      </dgm:prSet>
      <dgm:spPr/>
    </dgm:pt>
    <dgm:pt modelId="{72593140-11C5-45F9-93F2-2B46DA9EA943}" type="pres">
      <dgm:prSet presAssocID="{6443E6CF-2C64-4944-A6DE-14B36D0AB437}" presName="rect2" presStyleLbl="fgImgPlace1" presStyleIdx="1" presStyleCnt="3" custLinFactX="-36741" custLinFactNeighborX="-100000"/>
      <dgm:spPr/>
    </dgm:pt>
    <dgm:pt modelId="{F37F1545-7297-40CB-8624-066FF03C7041}" type="pres">
      <dgm:prSet presAssocID="{D8F1A983-C961-4E49-BA10-EAE48CA4025F}" presName="sibTrans" presStyleCnt="0"/>
      <dgm:spPr/>
    </dgm:pt>
    <dgm:pt modelId="{C0D9E347-FDC0-4CD9-929D-1DAD024B83F1}" type="pres">
      <dgm:prSet presAssocID="{FEF9CF25-1A7D-49DD-AB35-0BBD5AF2F7EB}" presName="composite" presStyleCnt="0"/>
      <dgm:spPr/>
    </dgm:pt>
    <dgm:pt modelId="{8D1B96D6-438B-4F7E-BA37-BE25068EFF96}" type="pres">
      <dgm:prSet presAssocID="{FEF9CF25-1A7D-49DD-AB35-0BBD5AF2F7EB}" presName="rect1" presStyleLbl="trAlignAcc1" presStyleIdx="2" presStyleCnt="3" custScaleX="172035" custLinFactNeighborX="20991">
        <dgm:presLayoutVars>
          <dgm:bulletEnabled val="1"/>
        </dgm:presLayoutVars>
      </dgm:prSet>
      <dgm:spPr/>
    </dgm:pt>
    <dgm:pt modelId="{C46D0CD9-30C3-4698-AFF5-2D062DC9541C}" type="pres">
      <dgm:prSet presAssocID="{FEF9CF25-1A7D-49DD-AB35-0BBD5AF2F7EB}" presName="rect2" presStyleLbl="fgImgPlace1" presStyleIdx="2" presStyleCnt="3" custLinFactX="-36741" custLinFactNeighborX="-100000"/>
      <dgm:spPr/>
    </dgm:pt>
  </dgm:ptLst>
  <dgm:cxnLst>
    <dgm:cxn modelId="{46AC0223-7519-4036-97BD-D19FF9FCE8EF}" type="presOf" srcId="{FEF9CF25-1A7D-49DD-AB35-0BBD5AF2F7EB}" destId="{8D1B96D6-438B-4F7E-BA37-BE25068EFF96}" srcOrd="0" destOrd="0" presId="urn:microsoft.com/office/officeart/2008/layout/PictureStrips"/>
    <dgm:cxn modelId="{2378C24E-B11D-4B74-85A3-A961E17FEA4D}" type="presOf" srcId="{6443E6CF-2C64-4944-A6DE-14B36D0AB437}" destId="{6AA46096-3580-4289-946E-EF1AA0CB5092}" srcOrd="0" destOrd="0" presId="urn:microsoft.com/office/officeart/2008/layout/PictureStrips"/>
    <dgm:cxn modelId="{3B17BFA7-D369-4602-950F-9B0205A0E03D}" type="presOf" srcId="{BBADD4B0-331D-43CF-BDB6-73455DDD5449}" destId="{BF977200-7D29-401F-91C7-6F4EE7157F30}" srcOrd="0" destOrd="0" presId="urn:microsoft.com/office/officeart/2008/layout/PictureStrips"/>
    <dgm:cxn modelId="{77B546D6-210B-4AD2-AC6B-A14F46A3F924}" srcId="{BBADD4B0-331D-43CF-BDB6-73455DDD5449}" destId="{6443E6CF-2C64-4944-A6DE-14B36D0AB437}" srcOrd="1" destOrd="0" parTransId="{6D72725D-63B6-4136-A66E-9531889F2B5D}" sibTransId="{D8F1A983-C961-4E49-BA10-EAE48CA4025F}"/>
    <dgm:cxn modelId="{FCA467E2-883C-41B5-A2FF-EBC6A3384F75}" type="presOf" srcId="{FEAE6C60-6A4B-4F3F-BBC3-2677681EF80B}" destId="{240E7E33-0169-4B76-B2DB-7DC9DD2F8890}" srcOrd="0" destOrd="0" presId="urn:microsoft.com/office/officeart/2008/layout/PictureStrips"/>
    <dgm:cxn modelId="{22EAAEEB-0D91-4954-963E-28496AC9EAAC}" srcId="{BBADD4B0-331D-43CF-BDB6-73455DDD5449}" destId="{FEAE6C60-6A4B-4F3F-BBC3-2677681EF80B}" srcOrd="0" destOrd="0" parTransId="{B8116AC0-072D-490D-9751-F1D59DF00081}" sibTransId="{DFD2BF56-D3BD-475E-A857-90D525AC296E}"/>
    <dgm:cxn modelId="{63DC7BF0-86DF-4F2F-B37B-5E9A3D298769}" srcId="{BBADD4B0-331D-43CF-BDB6-73455DDD5449}" destId="{FEF9CF25-1A7D-49DD-AB35-0BBD5AF2F7EB}" srcOrd="2" destOrd="0" parTransId="{01B388F6-4DBE-486C-8413-175590699A1C}" sibTransId="{FC1D0C54-AB4E-489D-9FCF-A33CD59D08B6}"/>
    <dgm:cxn modelId="{C970BA48-B83C-4A5E-B8E5-864787856A87}" type="presParOf" srcId="{BF977200-7D29-401F-91C7-6F4EE7157F30}" destId="{6E731D50-906A-4AD8-AC90-CB9CA2106733}" srcOrd="0" destOrd="0" presId="urn:microsoft.com/office/officeart/2008/layout/PictureStrips"/>
    <dgm:cxn modelId="{B0F5E938-4C3D-4473-B5E7-A38F6FC3AE77}" type="presParOf" srcId="{6E731D50-906A-4AD8-AC90-CB9CA2106733}" destId="{240E7E33-0169-4B76-B2DB-7DC9DD2F8890}" srcOrd="0" destOrd="0" presId="urn:microsoft.com/office/officeart/2008/layout/PictureStrips"/>
    <dgm:cxn modelId="{8D586EDC-1600-4E73-B6A0-8AD461880620}" type="presParOf" srcId="{6E731D50-906A-4AD8-AC90-CB9CA2106733}" destId="{3A6DC038-4C5E-4FAF-99EF-AB722EB11202}" srcOrd="1" destOrd="0" presId="urn:microsoft.com/office/officeart/2008/layout/PictureStrips"/>
    <dgm:cxn modelId="{C77D6D81-2D8C-461C-985B-DC45CEADED45}" type="presParOf" srcId="{BF977200-7D29-401F-91C7-6F4EE7157F30}" destId="{E0A26B46-1155-4387-975F-09F231E795E5}" srcOrd="1" destOrd="0" presId="urn:microsoft.com/office/officeart/2008/layout/PictureStrips"/>
    <dgm:cxn modelId="{5881B7E4-DA8E-40FE-A8EF-3DB68114C62F}" type="presParOf" srcId="{BF977200-7D29-401F-91C7-6F4EE7157F30}" destId="{2C85861A-512C-41DC-991D-188B009432B2}" srcOrd="2" destOrd="0" presId="urn:microsoft.com/office/officeart/2008/layout/PictureStrips"/>
    <dgm:cxn modelId="{188F2012-9335-4713-8817-CA083BC60C88}" type="presParOf" srcId="{2C85861A-512C-41DC-991D-188B009432B2}" destId="{6AA46096-3580-4289-946E-EF1AA0CB5092}" srcOrd="0" destOrd="0" presId="urn:microsoft.com/office/officeart/2008/layout/PictureStrips"/>
    <dgm:cxn modelId="{FE64E2F6-B0C5-4D49-851F-C5186FE2972C}" type="presParOf" srcId="{2C85861A-512C-41DC-991D-188B009432B2}" destId="{72593140-11C5-45F9-93F2-2B46DA9EA943}" srcOrd="1" destOrd="0" presId="urn:microsoft.com/office/officeart/2008/layout/PictureStrips"/>
    <dgm:cxn modelId="{2254AB85-B474-43B8-AC5B-3EB03705EBAA}" type="presParOf" srcId="{BF977200-7D29-401F-91C7-6F4EE7157F30}" destId="{F37F1545-7297-40CB-8624-066FF03C7041}" srcOrd="3" destOrd="0" presId="urn:microsoft.com/office/officeart/2008/layout/PictureStrips"/>
    <dgm:cxn modelId="{315C9419-3FFD-4B9E-8F3C-1A2EDEC852C2}" type="presParOf" srcId="{BF977200-7D29-401F-91C7-6F4EE7157F30}" destId="{C0D9E347-FDC0-4CD9-929D-1DAD024B83F1}" srcOrd="4" destOrd="0" presId="urn:microsoft.com/office/officeart/2008/layout/PictureStrips"/>
    <dgm:cxn modelId="{988E1DA6-698B-4A45-B27B-15E97576EE6E}" type="presParOf" srcId="{C0D9E347-FDC0-4CD9-929D-1DAD024B83F1}" destId="{8D1B96D6-438B-4F7E-BA37-BE25068EFF96}" srcOrd="0" destOrd="0" presId="urn:microsoft.com/office/officeart/2008/layout/PictureStrips"/>
    <dgm:cxn modelId="{D23E2720-8EE3-4C53-BB39-474A8E21EEEE}" type="presParOf" srcId="{C0D9E347-FDC0-4CD9-929D-1DAD024B83F1}" destId="{C46D0CD9-30C3-4698-AFF5-2D062DC9541C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3517371" cy="2048228"/>
        <a:chOff x="0" y="0"/>
        <a:chExt cx="3517371" cy="2048228"/>
      </a:xfrm>
    </dsp:grpSpPr>
    <dsp:sp modelId="{240E7E33-0169-4B76-B2DB-7DC9DD2F8890}">
      <dsp:nvSpPr>
        <dsp:cNvPr id="3" name="Rectangle 2"/>
        <dsp:cNvSpPr/>
      </dsp:nvSpPr>
      <dsp:spPr bwMode="white">
        <a:xfrm>
          <a:off x="1129728" y="70357"/>
          <a:ext cx="1761193" cy="550373"/>
        </a:xfrm>
        <a:prstGeom prst="rect">
          <a:avLst/>
        </a:prstGeom>
      </dsp:spPr>
      <dsp:style>
        <a:lnRef idx="1">
          <a:schemeClr val="accent1"/>
        </a:lnRef>
        <a:fillRef idx="1">
          <a:schemeClr val="lt1">
            <a:alpha val="40000"/>
          </a:schemeClr>
        </a:fillRef>
        <a:effectRef idx="0">
          <a:scrgbClr r="0" g="0" b="0"/>
        </a:effectRef>
        <a:fontRef idx="minor"/>
      </dsp:style>
      <dsp:txBody>
        <a:bodyPr lIns="372785" tIns="34290" rIns="34290" bIns="34290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dk1"/>
              </a:solidFill>
            </a:rPr>
            <a:t>Read test data from </a:t>
          </a:r>
          <a:r>
            <a:rPr lang="en-US" altLang="zh-CN" dirty="0">
              <a:solidFill>
                <a:srgbClr val="990000"/>
              </a:solidFill>
            </a:rPr>
            <a:t>.rep </a:t>
          </a:r>
          <a:r>
            <a:rPr lang="en-US" altLang="zh-CN" dirty="0">
              <a:solidFill>
                <a:schemeClr val="dk1"/>
              </a:solidFill>
            </a:rPr>
            <a:t>file, which is used for allocating and free spaces </a:t>
          </a:r>
          <a:endParaRPr lang="zh-CN" altLang="en-US" dirty="0">
            <a:solidFill>
              <a:schemeClr val="dk1"/>
            </a:solidFill>
          </a:endParaRPr>
        </a:p>
      </dsp:txBody>
      <dsp:txXfrm>
        <a:off x="1129728" y="70357"/>
        <a:ext cx="1761193" cy="550373"/>
      </dsp:txXfrm>
    </dsp:sp>
    <dsp:sp modelId="{3A6DC038-4C5E-4FAF-99EF-AB722EB11202}">
      <dsp:nvSpPr>
        <dsp:cNvPr id="4" name="Rectangle 3"/>
        <dsp:cNvSpPr/>
      </dsp:nvSpPr>
      <dsp:spPr bwMode="white">
        <a:xfrm>
          <a:off x="314641" y="0"/>
          <a:ext cx="385261" cy="57789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314641" y="0"/>
        <a:ext cx="385261" cy="577891"/>
      </dsp:txXfrm>
    </dsp:sp>
    <dsp:sp modelId="{6AA46096-3580-4289-946E-EF1AA0CB5092}">
      <dsp:nvSpPr>
        <dsp:cNvPr id="5" name="Rectangle 4"/>
        <dsp:cNvSpPr/>
      </dsp:nvSpPr>
      <dsp:spPr bwMode="white">
        <a:xfrm>
          <a:off x="1700811" y="789321"/>
          <a:ext cx="1761193" cy="550373"/>
        </a:xfrm>
        <a:prstGeom prst="rect">
          <a:avLst/>
        </a:prstGeom>
      </dsp:spPr>
      <dsp:style>
        <a:lnRef idx="1">
          <a:schemeClr val="accent1"/>
        </a:lnRef>
        <a:fillRef idx="1">
          <a:schemeClr val="lt1">
            <a:alpha val="40000"/>
          </a:schemeClr>
        </a:fillRef>
        <a:effectRef idx="0">
          <a:scrgbClr r="0" g="0" b="0"/>
        </a:effectRef>
        <a:fontRef idx="minor"/>
      </dsp:style>
      <dsp:txBody>
        <a:bodyPr lIns="372785" tIns="34290" rIns="34290" bIns="34290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rgbClr val="0000FF"/>
              </a:solidFill>
            </a:rPr>
            <a:t>correctness()</a:t>
          </a:r>
          <a:r>
            <a:rPr lang="en-US" altLang="zh-CN" dirty="0">
              <a:solidFill>
                <a:schemeClr val="dk1"/>
              </a:solidFill>
            </a:rPr>
            <a:t> test correctness of your garbage collector </a:t>
          </a:r>
          <a:endParaRPr lang="zh-CN" altLang="en-US" dirty="0">
            <a:solidFill>
              <a:schemeClr val="dk1"/>
            </a:solidFill>
          </a:endParaRPr>
        </a:p>
      </dsp:txBody>
      <dsp:txXfrm>
        <a:off x="1700811" y="789321"/>
        <a:ext cx="1761193" cy="550373"/>
      </dsp:txXfrm>
    </dsp:sp>
    <dsp:sp modelId="{72593140-11C5-45F9-93F2-2B46DA9EA943}">
      <dsp:nvSpPr>
        <dsp:cNvPr id="6" name="Rectangle 5"/>
        <dsp:cNvSpPr/>
      </dsp:nvSpPr>
      <dsp:spPr bwMode="white">
        <a:xfrm>
          <a:off x="314641" y="709178"/>
          <a:ext cx="385261" cy="57789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314641" y="709178"/>
        <a:ext cx="385261" cy="577891"/>
      </dsp:txXfrm>
    </dsp:sp>
    <dsp:sp modelId="{8D1B96D6-438B-4F7E-BA37-BE25068EFF96}">
      <dsp:nvSpPr>
        <dsp:cNvPr id="7" name="Rectangle 6"/>
        <dsp:cNvSpPr/>
      </dsp:nvSpPr>
      <dsp:spPr bwMode="white">
        <a:xfrm>
          <a:off x="1129728" y="1497855"/>
          <a:ext cx="1761193" cy="550373"/>
        </a:xfrm>
        <a:prstGeom prst="rect">
          <a:avLst/>
        </a:prstGeom>
      </dsp:spPr>
      <dsp:style>
        <a:lnRef idx="1">
          <a:schemeClr val="accent1"/>
        </a:lnRef>
        <a:fillRef idx="1">
          <a:schemeClr val="lt1">
            <a:alpha val="40000"/>
          </a:schemeClr>
        </a:fillRef>
        <a:effectRef idx="0">
          <a:scrgbClr r="0" g="0" b="0"/>
        </a:effectRef>
        <a:fontRef idx="minor"/>
      </dsp:style>
      <dsp:txBody>
        <a:bodyPr lIns="372785" tIns="34290" rIns="34290" bIns="34290" anchor="ctr"/>
        <a:lstStyle>
          <a:lvl1pPr algn="l">
            <a:defRPr sz="900"/>
          </a:lvl1pPr>
          <a:lvl2pPr marL="57150" indent="-57150" algn="l">
            <a:defRPr sz="700"/>
          </a:lvl2pPr>
          <a:lvl3pPr marL="114300" indent="-57150" algn="l">
            <a:defRPr sz="700"/>
          </a:lvl3pPr>
          <a:lvl4pPr marL="171450" indent="-57150" algn="l">
            <a:defRPr sz="700"/>
          </a:lvl4pPr>
          <a:lvl5pPr marL="228600" indent="-57150" algn="l">
            <a:defRPr sz="700"/>
          </a:lvl5pPr>
          <a:lvl6pPr marL="285750" indent="-57150" algn="l">
            <a:defRPr sz="700"/>
          </a:lvl6pPr>
          <a:lvl7pPr marL="342900" indent="-57150" algn="l">
            <a:defRPr sz="700"/>
          </a:lvl7pPr>
          <a:lvl8pPr marL="400050" indent="-57150" algn="l">
            <a:defRPr sz="700"/>
          </a:lvl8pPr>
          <a:lvl9pPr marL="457200" indent="-57150" algn="l">
            <a:defRPr sz="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rgbClr val="0000FF"/>
              </a:solidFill>
            </a:rPr>
            <a:t>speed() </a:t>
          </a:r>
          <a:r>
            <a:rPr lang="en-US" altLang="zh-CN" dirty="0">
              <a:solidFill>
                <a:schemeClr val="dk1"/>
              </a:solidFill>
            </a:rPr>
            <a:t>test speed of your garbage collector </a:t>
          </a:r>
          <a:endParaRPr lang="zh-CN" altLang="en-US" dirty="0">
            <a:solidFill>
              <a:schemeClr val="dk1"/>
            </a:solidFill>
          </a:endParaRPr>
        </a:p>
      </dsp:txBody>
      <dsp:txXfrm>
        <a:off x="1129728" y="1497855"/>
        <a:ext cx="1761193" cy="550373"/>
      </dsp:txXfrm>
    </dsp:sp>
    <dsp:sp modelId="{C46D0CD9-30C3-4698-AFF5-2D062DC9541C}">
      <dsp:nvSpPr>
        <dsp:cNvPr id="8" name="Rectangle 7"/>
        <dsp:cNvSpPr/>
      </dsp:nvSpPr>
      <dsp:spPr bwMode="white">
        <a:xfrm>
          <a:off x="314641" y="1427499"/>
          <a:ext cx="385261" cy="57789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314641" y="1427499"/>
        <a:ext cx="385261" cy="5778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152E65F6-9952-4996-9F83-795B04611E2F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6E54402-AA51-406B-A1E0-387BF3D4C7A6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0647A447-2C92-4C92-99AC-1E86617D6CE4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115161FE-7CF0-4982-B871-53E1EDD70130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512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741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en-US" strike="noStrike" noProof="1"/>
              <a:t>Click to edit Master subtitle style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auto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auto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auto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auto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auto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auto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auto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auto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auto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auto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auto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auto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auto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auto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auto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auto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auto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auto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auto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auto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auto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auto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auto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auto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auto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auto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auto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auto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auto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auto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auto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auto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auto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E56F316C-5011-4381-AA0C-04730FD32F6F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B6F15528-21DE-4FAA-801E-634DDDAF4B2B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reeform 3"/>
          <p:cNvSpPr/>
          <p:nvPr/>
        </p:nvSpPr>
        <p:spPr>
          <a:xfrm>
            <a:off x="0" y="460375"/>
            <a:ext cx="4608513" cy="2886075"/>
          </a:xfrm>
          <a:custGeom>
            <a:avLst/>
            <a:gdLst>
              <a:gd name="connsiteX0" fmla="*/ 0 w 4608004"/>
              <a:gd name="connsiteY0" fmla="*/ 3456000 h 3456000"/>
              <a:gd name="connsiteX1" fmla="*/ 4608004 w 4608004"/>
              <a:gd name="connsiteY1" fmla="*/ 3456000 h 3456000"/>
              <a:gd name="connsiteX2" fmla="*/ 4608004 w 4608004"/>
              <a:gd name="connsiteY2" fmla="*/ 0 h 3456000"/>
              <a:gd name="connsiteX3" fmla="*/ 0 w 4608004"/>
              <a:gd name="connsiteY3" fmla="*/ 0 h 3456000"/>
              <a:gd name="connsiteX4" fmla="*/ 0 w 4608004"/>
              <a:gd name="connsiteY4" fmla="*/ 3456000 h 3456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608004" h="3456000">
                <a:moveTo>
                  <a:pt x="0" y="3456000"/>
                </a:moveTo>
                <a:lnTo>
                  <a:pt x="4608004" y="3456000"/>
                </a:lnTo>
                <a:lnTo>
                  <a:pt x="4608004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fontAlgn="auto">
              <a:buFont typeface="Wingdings" panose="05000000000000000000" pitchFamily="2" charset="2"/>
              <a:buChar char="Ø"/>
              <a:defRPr/>
            </a:pPr>
            <a:endParaRPr lang="en-US" altLang="zh-CN" sz="1300" strike="noStrike" noProof="1" dirty="0">
              <a:solidFill>
                <a:schemeClr val="tx1"/>
              </a:solidFill>
              <a:ea typeface="楷体" panose="02010609060101010101" pitchFamily="49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303463" cy="109538"/>
          </a:xfrm>
          <a:custGeom>
            <a:avLst/>
            <a:gdLst>
              <a:gd name="connsiteX0" fmla="*/ 0 w 2303995"/>
              <a:gd name="connsiteY0" fmla="*/ 109651 h 109651"/>
              <a:gd name="connsiteX1" fmla="*/ 2303995 w 2303995"/>
              <a:gd name="connsiteY1" fmla="*/ 109651 h 109651"/>
              <a:gd name="connsiteX2" fmla="*/ 2303995 w 2303995"/>
              <a:gd name="connsiteY2" fmla="*/ 0 h 109651"/>
              <a:gd name="connsiteX3" fmla="*/ 0 w 2303995"/>
              <a:gd name="connsiteY3" fmla="*/ 0 h 109651"/>
              <a:gd name="connsiteX4" fmla="*/ 0 w 2303995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303995" h="109651">
                <a:moveTo>
                  <a:pt x="0" y="109651"/>
                </a:moveTo>
                <a:lnTo>
                  <a:pt x="2303995" y="109651"/>
                </a:lnTo>
                <a:lnTo>
                  <a:pt x="2303995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A3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" name="Freeform 3"/>
          <p:cNvSpPr/>
          <p:nvPr/>
        </p:nvSpPr>
        <p:spPr>
          <a:xfrm>
            <a:off x="2303463" y="0"/>
            <a:ext cx="2305050" cy="109538"/>
          </a:xfrm>
          <a:custGeom>
            <a:avLst/>
            <a:gdLst>
              <a:gd name="connsiteX0" fmla="*/ 0 w 2303995"/>
              <a:gd name="connsiteY0" fmla="*/ 109651 h 109651"/>
              <a:gd name="connsiteX1" fmla="*/ 2303995 w 2303995"/>
              <a:gd name="connsiteY1" fmla="*/ 109651 h 109651"/>
              <a:gd name="connsiteX2" fmla="*/ 2303995 w 2303995"/>
              <a:gd name="connsiteY2" fmla="*/ 0 h 109651"/>
              <a:gd name="connsiteX3" fmla="*/ 0 w 2303995"/>
              <a:gd name="connsiteY3" fmla="*/ 0 h 109651"/>
              <a:gd name="connsiteX4" fmla="*/ 0 w 2303995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303995" h="109651">
                <a:moveTo>
                  <a:pt x="0" y="109651"/>
                </a:moveTo>
                <a:lnTo>
                  <a:pt x="2303995" y="109651"/>
                </a:lnTo>
                <a:lnTo>
                  <a:pt x="2303995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D9D9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6" name="Freeform 3"/>
          <p:cNvSpPr/>
          <p:nvPr/>
        </p:nvSpPr>
        <p:spPr>
          <a:xfrm>
            <a:off x="0" y="109538"/>
            <a:ext cx="4608513" cy="350838"/>
          </a:xfrm>
          <a:custGeom>
            <a:avLst/>
            <a:gdLst>
              <a:gd name="connsiteX0" fmla="*/ 0 w 4608004"/>
              <a:gd name="connsiteY0" fmla="*/ 350126 h 350126"/>
              <a:gd name="connsiteX1" fmla="*/ 4608004 w 4608004"/>
              <a:gd name="connsiteY1" fmla="*/ 350126 h 350126"/>
              <a:gd name="connsiteX2" fmla="*/ 4608004 w 4608004"/>
              <a:gd name="connsiteY2" fmla="*/ 0 h 350126"/>
              <a:gd name="connsiteX3" fmla="*/ 0 w 4608004"/>
              <a:gd name="connsiteY3" fmla="*/ 0 h 350126"/>
              <a:gd name="connsiteX4" fmla="*/ 0 w 4608004"/>
              <a:gd name="connsiteY4" fmla="*/ 350126 h 35012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608004" h="350126">
                <a:moveTo>
                  <a:pt x="0" y="350126"/>
                </a:moveTo>
                <a:lnTo>
                  <a:pt x="4608004" y="350126"/>
                </a:lnTo>
                <a:lnTo>
                  <a:pt x="4608004" y="0"/>
                </a:lnTo>
                <a:lnTo>
                  <a:pt x="0" y="0"/>
                </a:lnTo>
                <a:lnTo>
                  <a:pt x="0" y="350126"/>
                </a:lnTo>
              </a:path>
            </a:pathLst>
          </a:custGeom>
          <a:solidFill>
            <a:srgbClr val="F3F3F3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/>
            <a:r>
              <a:rPr lang="en-US" altLang="zh-CN" strike="noStrike" noProof="1" dirty="0">
                <a:solidFill>
                  <a:srgbClr val="990000"/>
                </a:solidFill>
                <a:latin typeface="+mj-lt"/>
                <a:ea typeface="楷体" panose="02010609060101010101" pitchFamily="49" charset="-122"/>
              </a:rPr>
              <a:t>Functionality of the program </a:t>
            </a:r>
            <a:r>
              <a:rPr lang="en-US" altLang="zh-CN" strike="noStrike" noProof="1" dirty="0">
                <a:solidFill>
                  <a:srgbClr val="0000FF"/>
                </a:solidFill>
                <a:latin typeface="+mj-lt"/>
                <a:ea typeface="楷体" panose="02010609060101010101" pitchFamily="49" charset="-122"/>
              </a:rPr>
              <a:t>[main() in </a:t>
            </a:r>
            <a:r>
              <a:rPr lang="en-US" altLang="zh-CN" strike="noStrike" noProof="1" dirty="0" err="1">
                <a:solidFill>
                  <a:srgbClr val="0000FF"/>
                </a:solidFill>
                <a:latin typeface="+mj-lt"/>
                <a:ea typeface="楷体" panose="02010609060101010101" pitchFamily="49" charset="-122"/>
              </a:rPr>
              <a:t>driver.c</a:t>
            </a:r>
            <a:r>
              <a:rPr lang="en-US" altLang="zh-CN" strike="noStrike" noProof="1" dirty="0">
                <a:solidFill>
                  <a:srgbClr val="0000FF"/>
                </a:solidFill>
                <a:latin typeface="+mj-lt"/>
                <a:ea typeface="楷体" panose="02010609060101010101" pitchFamily="49" charset="-122"/>
              </a:rPr>
              <a:t>]</a:t>
            </a:r>
            <a:endParaRPr lang="zh-CN" altLang="en-US" strike="noStrike" noProof="1" dirty="0">
              <a:solidFill>
                <a:srgbClr val="0000FF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7" name="Freeform 3"/>
          <p:cNvSpPr/>
          <p:nvPr/>
        </p:nvSpPr>
        <p:spPr>
          <a:xfrm>
            <a:off x="0" y="3346450"/>
            <a:ext cx="1536700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A3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Freeform 3"/>
          <p:cNvSpPr/>
          <p:nvPr/>
        </p:nvSpPr>
        <p:spPr>
          <a:xfrm>
            <a:off x="1536700" y="3346450"/>
            <a:ext cx="1535113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ECECEC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9" name="Freeform 3"/>
          <p:cNvSpPr/>
          <p:nvPr/>
        </p:nvSpPr>
        <p:spPr>
          <a:xfrm>
            <a:off x="3071813" y="3346450"/>
            <a:ext cx="1536700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D9D9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sz="1200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1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343018" y="517966"/>
          <a:ext cx="3517371" cy="2048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106" name="图片 11"/>
          <p:cNvPicPr>
            <a:picLocks noChangeAspect="1"/>
          </p:cNvPicPr>
          <p:nvPr/>
        </p:nvPicPr>
        <p:blipFill>
          <a:blip r:embed="rId6"/>
          <a:srcRect l="18584" t="54718" r="63228" b="41112"/>
          <a:stretch>
            <a:fillRect/>
          </a:stretch>
        </p:blipFill>
        <p:spPr>
          <a:xfrm>
            <a:off x="1063625" y="2611438"/>
            <a:ext cx="2363788" cy="304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对话气泡: 圆角矩形 12"/>
          <p:cNvSpPr/>
          <p:nvPr/>
        </p:nvSpPr>
        <p:spPr>
          <a:xfrm>
            <a:off x="550863" y="2963863"/>
            <a:ext cx="3810000" cy="247650"/>
          </a:xfrm>
          <a:prstGeom prst="wedgeRoundRectCallout">
            <a:avLst>
              <a:gd name="adj1" fmla="val 12512"/>
              <a:gd name="adj2" fmla="val -95287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1600" strike="noStrike" noProof="1" dirty="0"/>
              <a:t>Garbage collection based malloc operation</a:t>
            </a:r>
            <a:endParaRPr lang="zh-CN" altLang="en-US" sz="1600" strike="noStrike" noProof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reeform 3"/>
          <p:cNvSpPr/>
          <p:nvPr/>
        </p:nvSpPr>
        <p:spPr>
          <a:xfrm>
            <a:off x="0" y="460375"/>
            <a:ext cx="4608513" cy="2886075"/>
          </a:xfrm>
          <a:custGeom>
            <a:avLst/>
            <a:gdLst>
              <a:gd name="connsiteX0" fmla="*/ 0 w 4608004"/>
              <a:gd name="connsiteY0" fmla="*/ 3456000 h 3456000"/>
              <a:gd name="connsiteX1" fmla="*/ 4608004 w 4608004"/>
              <a:gd name="connsiteY1" fmla="*/ 3456000 h 3456000"/>
              <a:gd name="connsiteX2" fmla="*/ 4608004 w 4608004"/>
              <a:gd name="connsiteY2" fmla="*/ 0 h 3456000"/>
              <a:gd name="connsiteX3" fmla="*/ 0 w 4608004"/>
              <a:gd name="connsiteY3" fmla="*/ 0 h 3456000"/>
              <a:gd name="connsiteX4" fmla="*/ 0 w 4608004"/>
              <a:gd name="connsiteY4" fmla="*/ 3456000 h 3456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608004" h="3456000">
                <a:moveTo>
                  <a:pt x="0" y="3456000"/>
                </a:moveTo>
                <a:lnTo>
                  <a:pt x="4608004" y="3456000"/>
                </a:lnTo>
                <a:lnTo>
                  <a:pt x="4608004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fontAlgn="auto">
              <a:buFont typeface="Wingdings" panose="05000000000000000000" pitchFamily="2" charset="2"/>
              <a:buChar char="Ø"/>
              <a:defRPr/>
            </a:pPr>
            <a:r>
              <a:rPr lang="zh-CN" altLang="en-US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通过</a:t>
            </a:r>
            <a:r>
              <a:rPr lang="en-US" altLang="zh-CN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void </a:t>
            </a:r>
            <a:r>
              <a:rPr lang="en-US" altLang="zh-CN" sz="1600" strike="noStrike" noProof="1" dirty="0" err="1">
                <a:solidFill>
                  <a:schemeClr val="dk1"/>
                </a:solidFill>
              </a:rPr>
              <a:t>garbage_collect</a:t>
            </a:r>
            <a:r>
              <a:rPr lang="en-US" altLang="zh-CN" sz="1600" strike="noStrike" noProof="1" dirty="0">
                <a:solidFill>
                  <a:schemeClr val="dk1"/>
                </a:solidFill>
              </a:rPr>
              <a:t>(int *regs, int </a:t>
            </a:r>
            <a:r>
              <a:rPr lang="en-US" altLang="zh-CN" sz="1600" strike="noStrike" noProof="1" dirty="0" err="1">
                <a:solidFill>
                  <a:schemeClr val="dk1"/>
                </a:solidFill>
              </a:rPr>
              <a:t>pgm_stack</a:t>
            </a:r>
            <a:r>
              <a:rPr lang="en-US" altLang="zh-CN" sz="1600" strike="noStrike" noProof="1" dirty="0">
                <a:solidFill>
                  <a:schemeClr val="dk1"/>
                </a:solidFill>
              </a:rPr>
              <a:t>)</a:t>
            </a:r>
            <a:r>
              <a:rPr lang="zh-CN" altLang="en-US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函数形参</a:t>
            </a:r>
            <a:r>
              <a:rPr lang="en-US" altLang="zh-CN" sz="1600" strike="noStrike" noProof="1" dirty="0">
                <a:solidFill>
                  <a:schemeClr val="dk1"/>
                </a:solidFill>
              </a:rPr>
              <a:t>*regs</a:t>
            </a:r>
            <a:r>
              <a:rPr lang="zh-CN" altLang="en-US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获得</a:t>
            </a:r>
            <a:endParaRPr lang="en-US" altLang="zh-CN" sz="1600" strike="noStrike" noProof="1" dirty="0">
              <a:solidFill>
                <a:schemeClr val="tx1"/>
              </a:solidFill>
              <a:ea typeface="楷体" panose="02010609060101010101" pitchFamily="49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303463" cy="109538"/>
          </a:xfrm>
          <a:custGeom>
            <a:avLst/>
            <a:gdLst>
              <a:gd name="connsiteX0" fmla="*/ 0 w 2303995"/>
              <a:gd name="connsiteY0" fmla="*/ 109651 h 109651"/>
              <a:gd name="connsiteX1" fmla="*/ 2303995 w 2303995"/>
              <a:gd name="connsiteY1" fmla="*/ 109651 h 109651"/>
              <a:gd name="connsiteX2" fmla="*/ 2303995 w 2303995"/>
              <a:gd name="connsiteY2" fmla="*/ 0 h 109651"/>
              <a:gd name="connsiteX3" fmla="*/ 0 w 2303995"/>
              <a:gd name="connsiteY3" fmla="*/ 0 h 109651"/>
              <a:gd name="connsiteX4" fmla="*/ 0 w 2303995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303995" h="109651">
                <a:moveTo>
                  <a:pt x="0" y="109651"/>
                </a:moveTo>
                <a:lnTo>
                  <a:pt x="2303995" y="109651"/>
                </a:lnTo>
                <a:lnTo>
                  <a:pt x="2303995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A3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" name="Freeform 3"/>
          <p:cNvSpPr/>
          <p:nvPr/>
        </p:nvSpPr>
        <p:spPr>
          <a:xfrm>
            <a:off x="2303463" y="0"/>
            <a:ext cx="2305050" cy="109538"/>
          </a:xfrm>
          <a:custGeom>
            <a:avLst/>
            <a:gdLst>
              <a:gd name="connsiteX0" fmla="*/ 0 w 2303995"/>
              <a:gd name="connsiteY0" fmla="*/ 109651 h 109651"/>
              <a:gd name="connsiteX1" fmla="*/ 2303995 w 2303995"/>
              <a:gd name="connsiteY1" fmla="*/ 109651 h 109651"/>
              <a:gd name="connsiteX2" fmla="*/ 2303995 w 2303995"/>
              <a:gd name="connsiteY2" fmla="*/ 0 h 109651"/>
              <a:gd name="connsiteX3" fmla="*/ 0 w 2303995"/>
              <a:gd name="connsiteY3" fmla="*/ 0 h 109651"/>
              <a:gd name="connsiteX4" fmla="*/ 0 w 2303995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303995" h="109651">
                <a:moveTo>
                  <a:pt x="0" y="109651"/>
                </a:moveTo>
                <a:lnTo>
                  <a:pt x="2303995" y="109651"/>
                </a:lnTo>
                <a:lnTo>
                  <a:pt x="2303995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D9D9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6" name="Freeform 3"/>
          <p:cNvSpPr/>
          <p:nvPr/>
        </p:nvSpPr>
        <p:spPr>
          <a:xfrm>
            <a:off x="0" y="109538"/>
            <a:ext cx="4608513" cy="350838"/>
          </a:xfrm>
          <a:custGeom>
            <a:avLst/>
            <a:gdLst>
              <a:gd name="connsiteX0" fmla="*/ 0 w 4608004"/>
              <a:gd name="connsiteY0" fmla="*/ 350126 h 350126"/>
              <a:gd name="connsiteX1" fmla="*/ 4608004 w 4608004"/>
              <a:gd name="connsiteY1" fmla="*/ 350126 h 350126"/>
              <a:gd name="connsiteX2" fmla="*/ 4608004 w 4608004"/>
              <a:gd name="connsiteY2" fmla="*/ 0 h 350126"/>
              <a:gd name="connsiteX3" fmla="*/ 0 w 4608004"/>
              <a:gd name="connsiteY3" fmla="*/ 0 h 350126"/>
              <a:gd name="connsiteX4" fmla="*/ 0 w 4608004"/>
              <a:gd name="connsiteY4" fmla="*/ 350126 h 35012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608004" h="350126">
                <a:moveTo>
                  <a:pt x="0" y="350126"/>
                </a:moveTo>
                <a:lnTo>
                  <a:pt x="4608004" y="350126"/>
                </a:lnTo>
                <a:lnTo>
                  <a:pt x="4608004" y="0"/>
                </a:lnTo>
                <a:lnTo>
                  <a:pt x="0" y="0"/>
                </a:lnTo>
                <a:lnTo>
                  <a:pt x="0" y="350126"/>
                </a:lnTo>
              </a:path>
            </a:pathLst>
          </a:custGeom>
          <a:solidFill>
            <a:srgbClr val="F3F3F3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/>
            <a:r>
              <a:rPr lang="en-US" altLang="zh-CN" sz="1500" strike="noStrike" noProof="1" dirty="0">
                <a:solidFill>
                  <a:srgbClr val="FF3300"/>
                </a:solidFill>
              </a:rPr>
              <a:t>Root pointer in register</a:t>
            </a:r>
            <a:endParaRPr lang="zh-CN" altLang="en-US" sz="1500" strike="noStrike" noProof="1" dirty="0">
              <a:solidFill>
                <a:srgbClr val="990000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7" name="Freeform 3"/>
          <p:cNvSpPr/>
          <p:nvPr/>
        </p:nvSpPr>
        <p:spPr>
          <a:xfrm>
            <a:off x="0" y="3346450"/>
            <a:ext cx="1536700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A3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Freeform 3"/>
          <p:cNvSpPr/>
          <p:nvPr/>
        </p:nvSpPr>
        <p:spPr>
          <a:xfrm>
            <a:off x="1536700" y="3346450"/>
            <a:ext cx="1535113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ECECEC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9" name="Freeform 3"/>
          <p:cNvSpPr/>
          <p:nvPr/>
        </p:nvSpPr>
        <p:spPr>
          <a:xfrm>
            <a:off x="3071813" y="3346450"/>
            <a:ext cx="1536700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D9D9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sz="1200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1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49" name="图片 16"/>
          <p:cNvPicPr>
            <a:picLocks noChangeAspect="1"/>
          </p:cNvPicPr>
          <p:nvPr/>
        </p:nvPicPr>
        <p:blipFill>
          <a:blip r:embed="rId1"/>
          <a:srcRect l="16931" t="20605" r="43385" b="47061"/>
          <a:stretch>
            <a:fillRect/>
          </a:stretch>
        </p:blipFill>
        <p:spPr>
          <a:xfrm>
            <a:off x="373063" y="1682750"/>
            <a:ext cx="3124200" cy="1433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0" name="对话气泡: 圆角矩形 9"/>
          <p:cNvSpPr>
            <a:spLocks noRot="1" noChangeAspect="1" noEditPoints="1" noTextEdit="1"/>
          </p:cNvSpPr>
          <p:nvPr/>
        </p:nvSpPr>
        <p:spPr>
          <a:xfrm>
            <a:off x="1782763" y="1135063"/>
            <a:ext cx="2514600" cy="836612"/>
          </a:xfrm>
          <a:prstGeom prst="wedgeRoundRectCallout">
            <a:avLst>
              <a:gd name="adj1" fmla="val -34435"/>
              <a:gd name="adj2" fmla="val 66278"/>
              <a:gd name="adj3" fmla="val 16667"/>
            </a:avLst>
          </a:prstGeom>
          <a:blipFill rotWithShape="0">
            <a:blip r:embed="rId2"/>
            <a:stretch>
              <a:fillRect/>
            </a:stretch>
          </a:blipFill>
          <a:ln w="9525">
            <a:noFill/>
          </a:ln>
        </p:spPr>
        <p:txBody>
          <a:bodyPr anchor="t" anchorCtr="0"/>
          <a:p>
            <a:endParaRPr 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reeform 3"/>
          <p:cNvSpPr/>
          <p:nvPr/>
        </p:nvSpPr>
        <p:spPr>
          <a:xfrm>
            <a:off x="0" y="460375"/>
            <a:ext cx="4608513" cy="2886075"/>
          </a:xfrm>
          <a:custGeom>
            <a:avLst/>
            <a:gdLst>
              <a:gd name="connsiteX0" fmla="*/ 0 w 4608004"/>
              <a:gd name="connsiteY0" fmla="*/ 3456000 h 3456000"/>
              <a:gd name="connsiteX1" fmla="*/ 4608004 w 4608004"/>
              <a:gd name="connsiteY1" fmla="*/ 3456000 h 3456000"/>
              <a:gd name="connsiteX2" fmla="*/ 4608004 w 4608004"/>
              <a:gd name="connsiteY2" fmla="*/ 0 h 3456000"/>
              <a:gd name="connsiteX3" fmla="*/ 0 w 4608004"/>
              <a:gd name="connsiteY3" fmla="*/ 0 h 3456000"/>
              <a:gd name="connsiteX4" fmla="*/ 0 w 4608004"/>
              <a:gd name="connsiteY4" fmla="*/ 3456000 h 3456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608004" h="3456000">
                <a:moveTo>
                  <a:pt x="0" y="3456000"/>
                </a:moveTo>
                <a:lnTo>
                  <a:pt x="4608004" y="3456000"/>
                </a:lnTo>
                <a:lnTo>
                  <a:pt x="4608004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fontAlgn="auto">
              <a:buFont typeface="Wingdings" panose="05000000000000000000" pitchFamily="2" charset="2"/>
              <a:buChar char="Ø"/>
              <a:defRPr/>
            </a:pPr>
            <a:r>
              <a:rPr lang="zh-CN" altLang="en-US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通过宏定义</a:t>
            </a:r>
            <a:r>
              <a:rPr lang="en-US" altLang="zh-CN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PGM_STACK_TOP</a:t>
            </a:r>
            <a:r>
              <a:rPr lang="zh-CN" altLang="en-US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获得当前</a:t>
            </a:r>
            <a:r>
              <a:rPr lang="en-US" altLang="zh-CN" sz="1600" strike="noStrike" noProof="1" dirty="0" err="1">
                <a:solidFill>
                  <a:schemeClr val="tx1"/>
                </a:solidFill>
                <a:ea typeface="楷体" panose="02010609060101010101" pitchFamily="49" charset="-122"/>
              </a:rPr>
              <a:t>ebp</a:t>
            </a:r>
            <a:r>
              <a:rPr lang="zh-CN" altLang="en-US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值，</a:t>
            </a:r>
            <a:r>
              <a:rPr lang="en-US" altLang="zh-CN" sz="1600" strike="noStrike" noProof="1" dirty="0" err="1">
                <a:solidFill>
                  <a:schemeClr val="tx1"/>
                </a:solidFill>
                <a:ea typeface="楷体" panose="02010609060101010101" pitchFamily="49" charset="-122"/>
              </a:rPr>
              <a:t>ebp</a:t>
            </a:r>
            <a:r>
              <a:rPr lang="zh-CN" altLang="en-US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里面保存的是调用函数的</a:t>
            </a:r>
            <a:r>
              <a:rPr lang="en-US" altLang="zh-CN" sz="1600" strike="noStrike" noProof="1" dirty="0" err="1">
                <a:solidFill>
                  <a:schemeClr val="tx1"/>
                </a:solidFill>
                <a:ea typeface="楷体" panose="02010609060101010101" pitchFamily="49" charset="-122"/>
              </a:rPr>
              <a:t>ebp</a:t>
            </a:r>
            <a:r>
              <a:rPr lang="zh-CN" altLang="en-US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，这样可一直向上访问到</a:t>
            </a:r>
            <a:r>
              <a:rPr lang="en-US" altLang="zh-CN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main()</a:t>
            </a:r>
            <a:r>
              <a:rPr lang="zh-CN" altLang="en-US" sz="1600" strike="noStrike" noProof="1" dirty="0">
                <a:solidFill>
                  <a:schemeClr val="tx1"/>
                </a:solidFill>
                <a:ea typeface="楷体" panose="02010609060101010101" pitchFamily="49" charset="-122"/>
              </a:rPr>
              <a:t>对应的栈空间</a:t>
            </a:r>
            <a:endParaRPr lang="en-US" altLang="zh-CN" sz="1600" strike="noStrike" noProof="1" dirty="0">
              <a:solidFill>
                <a:schemeClr val="tx1"/>
              </a:solidFill>
              <a:ea typeface="楷体" panose="02010609060101010101" pitchFamily="49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303463" cy="109538"/>
          </a:xfrm>
          <a:custGeom>
            <a:avLst/>
            <a:gdLst>
              <a:gd name="connsiteX0" fmla="*/ 0 w 2303995"/>
              <a:gd name="connsiteY0" fmla="*/ 109651 h 109651"/>
              <a:gd name="connsiteX1" fmla="*/ 2303995 w 2303995"/>
              <a:gd name="connsiteY1" fmla="*/ 109651 h 109651"/>
              <a:gd name="connsiteX2" fmla="*/ 2303995 w 2303995"/>
              <a:gd name="connsiteY2" fmla="*/ 0 h 109651"/>
              <a:gd name="connsiteX3" fmla="*/ 0 w 2303995"/>
              <a:gd name="connsiteY3" fmla="*/ 0 h 109651"/>
              <a:gd name="connsiteX4" fmla="*/ 0 w 2303995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303995" h="109651">
                <a:moveTo>
                  <a:pt x="0" y="109651"/>
                </a:moveTo>
                <a:lnTo>
                  <a:pt x="2303995" y="109651"/>
                </a:lnTo>
                <a:lnTo>
                  <a:pt x="2303995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A3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" name="Freeform 3"/>
          <p:cNvSpPr/>
          <p:nvPr/>
        </p:nvSpPr>
        <p:spPr>
          <a:xfrm>
            <a:off x="2303463" y="0"/>
            <a:ext cx="2305050" cy="109538"/>
          </a:xfrm>
          <a:custGeom>
            <a:avLst/>
            <a:gdLst>
              <a:gd name="connsiteX0" fmla="*/ 0 w 2303995"/>
              <a:gd name="connsiteY0" fmla="*/ 109651 h 109651"/>
              <a:gd name="connsiteX1" fmla="*/ 2303995 w 2303995"/>
              <a:gd name="connsiteY1" fmla="*/ 109651 h 109651"/>
              <a:gd name="connsiteX2" fmla="*/ 2303995 w 2303995"/>
              <a:gd name="connsiteY2" fmla="*/ 0 h 109651"/>
              <a:gd name="connsiteX3" fmla="*/ 0 w 2303995"/>
              <a:gd name="connsiteY3" fmla="*/ 0 h 109651"/>
              <a:gd name="connsiteX4" fmla="*/ 0 w 2303995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303995" h="109651">
                <a:moveTo>
                  <a:pt x="0" y="109651"/>
                </a:moveTo>
                <a:lnTo>
                  <a:pt x="2303995" y="109651"/>
                </a:lnTo>
                <a:lnTo>
                  <a:pt x="2303995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D9D9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6" name="Freeform 3"/>
          <p:cNvSpPr/>
          <p:nvPr/>
        </p:nvSpPr>
        <p:spPr>
          <a:xfrm>
            <a:off x="0" y="109538"/>
            <a:ext cx="4608513" cy="350838"/>
          </a:xfrm>
          <a:custGeom>
            <a:avLst/>
            <a:gdLst>
              <a:gd name="connsiteX0" fmla="*/ 0 w 4608004"/>
              <a:gd name="connsiteY0" fmla="*/ 350126 h 350126"/>
              <a:gd name="connsiteX1" fmla="*/ 4608004 w 4608004"/>
              <a:gd name="connsiteY1" fmla="*/ 350126 h 350126"/>
              <a:gd name="connsiteX2" fmla="*/ 4608004 w 4608004"/>
              <a:gd name="connsiteY2" fmla="*/ 0 h 350126"/>
              <a:gd name="connsiteX3" fmla="*/ 0 w 4608004"/>
              <a:gd name="connsiteY3" fmla="*/ 0 h 350126"/>
              <a:gd name="connsiteX4" fmla="*/ 0 w 4608004"/>
              <a:gd name="connsiteY4" fmla="*/ 350126 h 35012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608004" h="350126">
                <a:moveTo>
                  <a:pt x="0" y="350126"/>
                </a:moveTo>
                <a:lnTo>
                  <a:pt x="4608004" y="350126"/>
                </a:lnTo>
                <a:lnTo>
                  <a:pt x="4608004" y="0"/>
                </a:lnTo>
                <a:lnTo>
                  <a:pt x="0" y="0"/>
                </a:lnTo>
                <a:lnTo>
                  <a:pt x="0" y="350126"/>
                </a:lnTo>
              </a:path>
            </a:pathLst>
          </a:custGeom>
          <a:solidFill>
            <a:srgbClr val="F3F3F3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/>
            <a:r>
              <a:rPr lang="en-US" altLang="zh-CN" sz="1500" strike="noStrike" noProof="1" dirty="0">
                <a:solidFill>
                  <a:srgbClr val="FF3300"/>
                </a:solidFill>
              </a:rPr>
              <a:t>Root pointer of the stack</a:t>
            </a:r>
            <a:endParaRPr lang="zh-CN" altLang="en-US" sz="1500" strike="noStrike" noProof="1" dirty="0">
              <a:solidFill>
                <a:srgbClr val="990000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7" name="Freeform 3"/>
          <p:cNvSpPr/>
          <p:nvPr/>
        </p:nvSpPr>
        <p:spPr>
          <a:xfrm>
            <a:off x="0" y="3346450"/>
            <a:ext cx="1536700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A3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Freeform 3"/>
          <p:cNvSpPr/>
          <p:nvPr/>
        </p:nvSpPr>
        <p:spPr>
          <a:xfrm>
            <a:off x="1536700" y="3346450"/>
            <a:ext cx="1535113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ECECEC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9" name="Freeform 3"/>
          <p:cNvSpPr/>
          <p:nvPr/>
        </p:nvSpPr>
        <p:spPr>
          <a:xfrm>
            <a:off x="3071813" y="3346450"/>
            <a:ext cx="1536700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D9D9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sz="1200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1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4345" name="图片 10"/>
          <p:cNvPicPr>
            <a:picLocks noChangeAspect="1"/>
          </p:cNvPicPr>
          <p:nvPr/>
        </p:nvPicPr>
        <p:blipFill>
          <a:blip r:embed="rId1"/>
          <a:srcRect l="16904" t="20735" r="38527" b="38179"/>
          <a:stretch>
            <a:fillRect/>
          </a:stretch>
        </p:blipFill>
        <p:spPr>
          <a:xfrm>
            <a:off x="925513" y="1430338"/>
            <a:ext cx="3055937" cy="1584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3447415" y="1575435"/>
            <a:ext cx="759460" cy="202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/>
              <a:t>不对吧</a:t>
            </a:r>
            <a:endParaRPr lang="zh-CN" alt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reeform 3"/>
          <p:cNvSpPr/>
          <p:nvPr/>
        </p:nvSpPr>
        <p:spPr>
          <a:xfrm>
            <a:off x="0" y="460375"/>
            <a:ext cx="4608513" cy="2886075"/>
          </a:xfrm>
          <a:custGeom>
            <a:avLst/>
            <a:gdLst>
              <a:gd name="connsiteX0" fmla="*/ 0 w 4608004"/>
              <a:gd name="connsiteY0" fmla="*/ 3456000 h 3456000"/>
              <a:gd name="connsiteX1" fmla="*/ 4608004 w 4608004"/>
              <a:gd name="connsiteY1" fmla="*/ 3456000 h 3456000"/>
              <a:gd name="connsiteX2" fmla="*/ 4608004 w 4608004"/>
              <a:gd name="connsiteY2" fmla="*/ 0 h 3456000"/>
              <a:gd name="connsiteX3" fmla="*/ 0 w 4608004"/>
              <a:gd name="connsiteY3" fmla="*/ 0 h 3456000"/>
              <a:gd name="connsiteX4" fmla="*/ 0 w 4608004"/>
              <a:gd name="connsiteY4" fmla="*/ 3456000 h 3456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608004" h="3456000">
                <a:moveTo>
                  <a:pt x="0" y="3456000"/>
                </a:moveTo>
                <a:lnTo>
                  <a:pt x="4608004" y="3456000"/>
                </a:lnTo>
                <a:lnTo>
                  <a:pt x="4608004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fontAlgn="auto">
              <a:buFont typeface="Wingdings" panose="05000000000000000000" pitchFamily="2" charset="2"/>
              <a:buChar char="Ø"/>
              <a:defRPr/>
            </a:pPr>
            <a:endParaRPr lang="en-US" altLang="zh-CN" sz="1300" strike="noStrike" noProof="1" dirty="0">
              <a:solidFill>
                <a:schemeClr val="tx1"/>
              </a:solidFill>
              <a:ea typeface="楷体" panose="02010609060101010101" pitchFamily="49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303463" cy="109538"/>
          </a:xfrm>
          <a:custGeom>
            <a:avLst/>
            <a:gdLst>
              <a:gd name="connsiteX0" fmla="*/ 0 w 2303995"/>
              <a:gd name="connsiteY0" fmla="*/ 109651 h 109651"/>
              <a:gd name="connsiteX1" fmla="*/ 2303995 w 2303995"/>
              <a:gd name="connsiteY1" fmla="*/ 109651 h 109651"/>
              <a:gd name="connsiteX2" fmla="*/ 2303995 w 2303995"/>
              <a:gd name="connsiteY2" fmla="*/ 0 h 109651"/>
              <a:gd name="connsiteX3" fmla="*/ 0 w 2303995"/>
              <a:gd name="connsiteY3" fmla="*/ 0 h 109651"/>
              <a:gd name="connsiteX4" fmla="*/ 0 w 2303995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303995" h="109651">
                <a:moveTo>
                  <a:pt x="0" y="109651"/>
                </a:moveTo>
                <a:lnTo>
                  <a:pt x="2303995" y="109651"/>
                </a:lnTo>
                <a:lnTo>
                  <a:pt x="2303995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A3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" name="Freeform 3"/>
          <p:cNvSpPr/>
          <p:nvPr/>
        </p:nvSpPr>
        <p:spPr>
          <a:xfrm>
            <a:off x="2303463" y="0"/>
            <a:ext cx="2305050" cy="109538"/>
          </a:xfrm>
          <a:custGeom>
            <a:avLst/>
            <a:gdLst>
              <a:gd name="connsiteX0" fmla="*/ 0 w 2303995"/>
              <a:gd name="connsiteY0" fmla="*/ 109651 h 109651"/>
              <a:gd name="connsiteX1" fmla="*/ 2303995 w 2303995"/>
              <a:gd name="connsiteY1" fmla="*/ 109651 h 109651"/>
              <a:gd name="connsiteX2" fmla="*/ 2303995 w 2303995"/>
              <a:gd name="connsiteY2" fmla="*/ 0 h 109651"/>
              <a:gd name="connsiteX3" fmla="*/ 0 w 2303995"/>
              <a:gd name="connsiteY3" fmla="*/ 0 h 109651"/>
              <a:gd name="connsiteX4" fmla="*/ 0 w 2303995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303995" h="109651">
                <a:moveTo>
                  <a:pt x="0" y="109651"/>
                </a:moveTo>
                <a:lnTo>
                  <a:pt x="2303995" y="109651"/>
                </a:lnTo>
                <a:lnTo>
                  <a:pt x="2303995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D9D9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6" name="Freeform 3"/>
          <p:cNvSpPr/>
          <p:nvPr/>
        </p:nvSpPr>
        <p:spPr>
          <a:xfrm>
            <a:off x="0" y="109538"/>
            <a:ext cx="4608513" cy="350838"/>
          </a:xfrm>
          <a:custGeom>
            <a:avLst/>
            <a:gdLst>
              <a:gd name="connsiteX0" fmla="*/ 0 w 4608004"/>
              <a:gd name="connsiteY0" fmla="*/ 350126 h 350126"/>
              <a:gd name="connsiteX1" fmla="*/ 4608004 w 4608004"/>
              <a:gd name="connsiteY1" fmla="*/ 350126 h 350126"/>
              <a:gd name="connsiteX2" fmla="*/ 4608004 w 4608004"/>
              <a:gd name="connsiteY2" fmla="*/ 0 h 350126"/>
              <a:gd name="connsiteX3" fmla="*/ 0 w 4608004"/>
              <a:gd name="connsiteY3" fmla="*/ 0 h 350126"/>
              <a:gd name="connsiteX4" fmla="*/ 0 w 4608004"/>
              <a:gd name="connsiteY4" fmla="*/ 350126 h 35012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4608004" h="350126">
                <a:moveTo>
                  <a:pt x="0" y="350126"/>
                </a:moveTo>
                <a:lnTo>
                  <a:pt x="4608004" y="350126"/>
                </a:lnTo>
                <a:lnTo>
                  <a:pt x="4608004" y="0"/>
                </a:lnTo>
                <a:lnTo>
                  <a:pt x="0" y="0"/>
                </a:lnTo>
                <a:lnTo>
                  <a:pt x="0" y="350126"/>
                </a:lnTo>
              </a:path>
            </a:pathLst>
          </a:custGeom>
          <a:solidFill>
            <a:srgbClr val="F3F3F3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/>
            <a:r>
              <a:rPr lang="en-US" altLang="zh-CN" strike="noStrike" noProof="1" dirty="0">
                <a:solidFill>
                  <a:srgbClr val="FF3300"/>
                </a:solidFill>
              </a:rPr>
              <a:t>Delete allocated node and add it to free list</a:t>
            </a:r>
            <a:endParaRPr lang="zh-CN" altLang="en-US" strike="noStrike" noProof="1" dirty="0">
              <a:solidFill>
                <a:srgbClr val="990000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7" name="Freeform 3"/>
          <p:cNvSpPr/>
          <p:nvPr/>
        </p:nvSpPr>
        <p:spPr>
          <a:xfrm>
            <a:off x="0" y="3346450"/>
            <a:ext cx="1536700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A300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Freeform 3"/>
          <p:cNvSpPr/>
          <p:nvPr/>
        </p:nvSpPr>
        <p:spPr>
          <a:xfrm>
            <a:off x="1536700" y="3346450"/>
            <a:ext cx="1535113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ECECEC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9" name="Freeform 3"/>
          <p:cNvSpPr/>
          <p:nvPr/>
        </p:nvSpPr>
        <p:spPr>
          <a:xfrm>
            <a:off x="3071813" y="3346450"/>
            <a:ext cx="1536700" cy="109538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</a:path>
            </a:pathLst>
          </a:custGeom>
          <a:solidFill>
            <a:srgbClr val="D9D9D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sz="1200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1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6393" name="图片 1"/>
          <p:cNvPicPr>
            <a:picLocks noChangeAspect="1"/>
          </p:cNvPicPr>
          <p:nvPr/>
        </p:nvPicPr>
        <p:blipFill>
          <a:blip r:embed="rId1"/>
          <a:srcRect l="10316" t="29424" r="48347" b="50000"/>
          <a:stretch>
            <a:fillRect/>
          </a:stretch>
        </p:blipFill>
        <p:spPr>
          <a:xfrm>
            <a:off x="398463" y="1271588"/>
            <a:ext cx="3810000" cy="1066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jI2ODcwZWY1MzIxM2ZiOTM2ZmRhZDdiYzA2N2I5Nj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WPS Docs</Application>
  <PresentationFormat>自定义</PresentationFormat>
  <Paragraphs>24</Paragraphs>
  <Slides>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Helvetica Neue</vt:lpstr>
      <vt:lpstr>楷体</vt:lpstr>
      <vt:lpstr>汉仪楷体KW</vt:lpstr>
      <vt:lpstr>SimSun</vt:lpstr>
      <vt:lpstr>Microsoft YaHei</vt:lpstr>
      <vt:lpstr>方正雅意黑 GB18030L2</vt:lpstr>
      <vt:lpstr>Arial Unicode MS</vt:lpstr>
      <vt:lpstr>汉仪书宋二KW</vt:lpstr>
      <vt:lpstr>SimSun</vt:lpstr>
      <vt:lpstr>Wingdings</vt:lpstr>
      <vt:lpstr>楷体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葬仪社大使</cp:lastModifiedBy>
  <cp:revision>566</cp:revision>
  <dcterms:created xsi:type="dcterms:W3CDTF">2026-10-14T08:36:09Z</dcterms:created>
  <dcterms:modified xsi:type="dcterms:W3CDTF">2026-10-14T08:36:09Z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04D0DD3125D3FAB4F93ECF6A8670BFF7_43</vt:lpwstr>
  </property>
</Properties>
</file>